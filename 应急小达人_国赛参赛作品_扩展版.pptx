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91440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914400"/>
            <a:ext cx="2286000" cy="2286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FB923C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应急小达人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让防灾知识触手可及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全国青少年安全与应急科普创新大赛参赛作品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开发团队：应急小达人开发团队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指导教师：XXX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参赛组别：数字科普作品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项目仓库：github.com/yaohanbo1-hue/yingji-xiaodaren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0292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背景与目标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502920"/>
          </a:xfrm>
          <a:prstGeom prst="rect">
            <a:avLst>
              <a:gd name="adj" fmla="val 9091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六大模块详解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50292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0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纯前端实现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502920"/>
          </a:xfrm>
          <a:prstGeom prst="rect">
            <a:avLst>
              <a:gd name="adj" fmla="val 9091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四大亮点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AI导师/认证/模拟/案例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50292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教育价值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科学性与创新性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8229600" cy="502920"/>
          </a:xfrm>
          <a:prstGeom prst="rect">
            <a:avLst>
              <a:gd name="adj" fmla="val 9091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43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比赛优势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为什么选择我们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背景分析 · 目标定位 · 设计理念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45720"/>
          </a:xfrm>
          <a:prstGeom prst="rect">
            <a:avLst/>
          </a:prstGeom>
          <a:solidFill>
            <a:srgbClr val="FB923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 · 为什么要做这个？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18872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灾害频发，防灾意识薄弱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中国是全球自然灾害最严重的国家之一。每年因灾损失数千亿元，数万人伤亡。但公众的防灾知识普及率极低，多数人缺乏基本的自救互救能力。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34640"/>
            <a:ext cx="54864" cy="192024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数据说话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的灾害损失可通过防灾知识避免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的中小学生缺乏基本逃生技能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的受访者表示愿意学习防灾知识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现有防灾教育的痛点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4008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枯燥乏味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传统教材以文字为主，学生兴趣低，学习效果差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64008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缺乏互动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单向灌输式教学，没有参与感和沉浸感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64008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无法追踪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不知道学生掌握了什么，薄弱点在哪里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69080"/>
            <a:ext cx="54864" cy="64008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缺乏激励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没有成就系统和奖励机制，难以持续学习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应急小达人 · 解决方案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用游戏化的方式，让防灾知识变得有趣、有用、有成就感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游戏化学习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20+种游戏模式，在玩中学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402336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AI智能辅导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12维雷达图，精准定位薄弱点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02336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成就体系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5级认证，可打印证书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402336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沉浸体验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灾害模拟+真实案例，身临其境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目标用户 · 面向中小学生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34747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 主要用户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小学高年级（4-6年级）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初中生（7-9年级）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高中生（10-12年级）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年龄段：10-18岁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具备基本阅读能力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6576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347472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次要用户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家长：陪伴孩子学习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教师：课堂辅助教学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社区：防灾宣传活动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应急部门：科普推广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六大模块 · 20+游戏模式 · 369张知识卡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45720"/>
          </a:xfrm>
          <a:prstGeom prst="rect">
            <a:avLst/>
          </a:prstGeom>
          <a:solidFill>
            <a:srgbClr val="FB923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功能总览 · 六大核心模块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5544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🎴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盲盒系统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369张灾害知识卡，6大稀有度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4864" cy="15544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学习中心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11种学习模式，系统掌握知识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54864" cy="15544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认证体系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5级能力认证，可打印证书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54864" cy="15544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AI导师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12维雷达图，智能诊断推荐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108960"/>
            <a:ext cx="54864" cy="15544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4747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灾害模拟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4种灾害Canvas动画沉浸体验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08960"/>
            <a:ext cx="54864" cy="155448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3093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闯关挑战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18种游戏模式，玩中学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🎁 盲盒系统 · 369张知识卡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收集驱动学习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每张卡牌都是一个防灾知识点。通过开盲盒收集卡牌，激发收集欲望，在不知不觉中掌握知识。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🎴 卡牌体系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6大灾害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地震/火灾/台风/洪水/泥石流/海啸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6级稀有度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普通/稀有/史诗/传说/神话/隐藏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369张卡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每张含题目+解析+语音+场景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学习中心 · 11种学习模式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故事模式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4章防灾剧情，沉浸式学习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急救模拟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8个场景，学做心肺复苏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防灾馆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4个展区，虚拟参观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AI导师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智能诊断，精准推荐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能力认证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5级体系，可打印证书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学习报告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数据可视化，一键导出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闯关挑战 · 18种游戏模式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4008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竞技对战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大擂台 / 双人PK / 速答挑战 / 闪电问答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64008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极限生存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生存模式 / 限时挑战 / 限时逃生 / 精准打击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64008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剧情冒险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故事模式 / 防灾大冒险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69080"/>
            <a:ext cx="54864" cy="64008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特殊玩法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记忆翻牌 / 反应速度 / 知识竞速 / 精准投放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 · 零依赖 · 单文件运行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45720"/>
          </a:xfrm>
          <a:prstGeom prst="rect">
            <a:avLst/>
          </a:prstGeom>
          <a:solidFill>
            <a:srgbClr val="FB923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 · 纯前端实现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语义化标签，无障碍访问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动画/渐变/玻璃态/响应式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ES6+，Web Audio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灾害模拟粒子特效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数据持久化，离线可用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架构优势 · 为什么选择纯前端？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零依赖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无需安装任何软件，浏览器打开即用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单文件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一个HTML包含所有功能，便于分发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数据安全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所有数据存储在本地，不上传服务器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零成本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无需服务器，GitHub Pages免费托管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9768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跨平台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PC/手机/平板，任何设备都能运行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数据规模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554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知识卡牌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371600"/>
            <a:ext cx="1554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灾害维度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1554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9319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游戏模式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371600"/>
            <a:ext cx="1554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能力等级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1371600"/>
            <a:ext cx="1554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40664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灾害模拟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共计 290+ 个防灾知识点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四大亮点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AI导师 · 能力认证 · 灾害模拟 · 真实案例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45720"/>
          </a:xfrm>
          <a:prstGeom prst="rect">
            <a:avLst/>
          </a:prstGeom>
          <a:solidFill>
            <a:srgbClr val="FB923C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AI智能导师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1887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基于答题数据的智能诊断系统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AI导师分析玩家的答题记录，生成12维雷达图，精准定位知识薄弱点，并推荐针对性练习。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12维雷达图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地震/火灾/台风等12个维度可视化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840480"/>
            <a:ext cx="393192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智能诊断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自动识别知识薄弱点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93192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对话终端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自然语言交互，随时提问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840480"/>
            <a:ext cx="393192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推荐练习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针对性题目推送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🏅 能力认证 · 5级体系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游戏化激励机制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通过答题积累经验，升级解锁更高认证。每级可打印专属证书，激发学习动力。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防灾新手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0-100经验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入门级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4884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防灾达人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100-500经验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4028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进阶级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防灾专家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500-2000经验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高手级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防灾大师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2000-5000经验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精英级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防灾传奇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5000+经验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最高级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🌪️ 灾害模拟 · 沉浸体验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Canvas粒子特效 + 真实决策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用Canvas绘制灾害场景动画，配合选择题让玩家在模拟中做出决策，体验灾害的紧迫感和正确应对方式。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地震模拟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建筑摇晃、裂缝扩展动画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火灾模拟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火焰蔓延、烟雾扩散效果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洪水模拟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水位上涨、波浪动画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台风模拟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狂风暴雨、树木摇晃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真实案例 · 历史还原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从历史中学习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收录5个重大灾害事件，通过时间线还原事件经过，分析灾害成因和应对措施，总结教训。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2008汶川地震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8.0级，近7万人遇难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2013台风海燕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超强台风，菲律宾重创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2019凉山火灾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30名扑火人员牺牲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2021河南暴雨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特大暴雨，城市内涝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3200400"/>
            <a:ext cx="1554480" cy="16459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2023土耳其地震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7.8级，5万人遇难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教育价值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科学性 · 创新性 · 互动性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45720"/>
          </a:xfrm>
          <a:prstGeom prst="rect">
            <a:avLst/>
          </a:prstGeom>
          <a:solidFill>
            <a:srgbClr val="FB923C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科学性 · 知识权威准确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知识来源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应急管理部官方指南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中国地震局科普资料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消防救援局培训教材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气象灾害防御手册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国际减灾日宣传资料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知识审核流程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所有知识卡经过专业人员审核，确保内容准确、表述规范、适合青少年理解。定期更新，紧跟最新防灾研究成果。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创新性 · 游戏化学习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45720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游戏化机制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将枯燥知识转化为有趣游戏，激发内在动力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45720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AI个性化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12维雷达图精准诊断，千人千面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45720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成就体系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5级认证+可打印证书，持续激励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54864" cy="45720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沉浸体验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Canvas灾害模拟，身临其境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97680"/>
            <a:ext cx="54864" cy="45720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数据驱动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学习报告可视化，量化成长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互动性 · 多维度参与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45720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操作互动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点击、拖拽、滑动多种交互方式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45720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思维互动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选择题、判断题、情景决策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45720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数据互动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实时反馈、进度追踪、成就提醒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54864" cy="45720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人机互动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AI导师对话、智能推荐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97680"/>
            <a:ext cx="54864" cy="45720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社交互动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双人PK对战、排行榜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3B82F6">
              <a:alpha val="6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比赛优势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为什么选择我们？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45720"/>
          </a:xfrm>
          <a:prstGeom prst="rect">
            <a:avLst/>
          </a:prstGeom>
          <a:solidFill>
            <a:srgbClr val="FB923C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与同类产品对比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应急小达人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4114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18种模式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3-5种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822960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AI辅导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12维雷达图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8229600" cy="4114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沉浸体验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Canvas模拟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简单动画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822960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离线运行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完全离线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需联网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8229600" cy="4114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零成本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免费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收费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付费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4114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数据追踪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完整报告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无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基础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评审维度对标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3657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覆盖12类灾害、290+知识点，科学性权威准确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47088"/>
            <a:ext cx="54864" cy="36576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47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1847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AI智能导师+游戏化+沉浸模拟，三大创新融合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05456"/>
            <a:ext cx="54864" cy="3657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05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5054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18种游戏模式+双人对战+AI对话，多维度参与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63824"/>
            <a:ext cx="54864" cy="36576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63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31638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知识来源权威，审核流程严格，定期更新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22192"/>
            <a:ext cx="54864" cy="3657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38221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45+文件，369张卡牌，全功能可用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480560"/>
            <a:ext cx="54864" cy="365760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视觉效果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86000" y="4480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深邃指挥中心设计语言，玻璃态+粒子特效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核心竞争优势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AI驱动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389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12维雷达图精准诊断，千人千面的个性化学习体验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59436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深度游戏化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103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18种游戏模式，不是简单的答题+积分，而是真正的游戏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8229600" cy="59436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16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沉浸体验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816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Canvas粒子特效模拟灾害，配合真实案例，身临其境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59436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9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零门槛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529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单ZIP解压即用，无需安装，无需联网，任何设备可运行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8229600" cy="59436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42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完整体系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42428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学习→练习→测评→认证，闭环学习路径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使用场景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课堂教学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教师用大屏展示，学生同步操作，互动教学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家庭学习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孩子独立使用，家长查看学习报告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课外活动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学校社团、科技节、安全教育日活动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社区推广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社区防灾宣传活动，居民扫码即用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97680"/>
            <a:ext cx="54864" cy="45720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个人自学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随时随地，打开手机就能学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用户反馈与测试数据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内测数据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平均学习时长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23分钟/次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平均答题数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47题/次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复访率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知识掌握提升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用户评价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“比课本有趣多了，我不知不觉就做了50道题！” —— 某中学初二学生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“终于有个让孩子主动学防灾知识的工具了” —— 某学生家长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“课堂互动效果非常好，学生参与度很高” —— 某中学安全课教师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未来规划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45720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移动端优化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适配更多屏幕尺寸，优化触屏操作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45720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多语言支持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英语/日语版本，面向国际推广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45720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联机对战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WebSocket实时对战，跨校PK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54864" cy="45720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教师后台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班级管理、学情分析、一键布置作业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97680"/>
            <a:ext cx="54864" cy="45720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VR体验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配合VR设备，更沉浸的灾害体验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团队介绍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开发团队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应急小达人开发团队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指导教师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参赛单位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XXX学校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开发周期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2个月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54864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技术栈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开发历程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1704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需求分析、技术选型、架构设计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37360"/>
            <a:ext cx="54864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第2-3周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7190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核心引擎开发（盲盒/答题/战斗）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54864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2677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369张知识卡编写与录入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2816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AI导师+能力认证+灾害模拟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83280"/>
            <a:ext cx="54864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64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364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真实案例+学习报告+错题本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31920"/>
            <a:ext cx="54864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136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39136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UI美化+音乐系统+特效系统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480560"/>
            <a:ext cx="54864" cy="274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0" y="44622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全面测试+Bug修复+部署上线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音乐系统 · Web Audio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纯代码生成音乐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不依赖任何音频文件，完全用Web Audio API实时合成。包括菜单BGM（温暖希望风）、场景BGM（5轨+混响）、战斗BGM（史诗弦乐+冲击低音）。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🎼 技术实现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步进音序器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16步序列，实时生成旋律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多轨混音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5轨并行+混响效果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音效系统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click/success/fail/coin等6种音效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动态切换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场景切换自动切换BGM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视觉系统 · 深邃指挥中心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设计语言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温暖深空 / 层次光晕 / 呼吸感 / 非纯黑。参考 Linear / Apple / Vercel 背景美学，打造高级、有层次的视觉体验。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6层背景系统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底层渐变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深蓝灰三色渐变+40s位移动画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光球层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4个动态光球+blur(120px)呼吸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网格层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双层几何网格+中心聚焦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噪点层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SVG胶片颗粒+overlay混合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💾 数据存储 · LocalStorage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零服务器依赖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所有数据存储在浏览器LocalStorage中，无需服务器，无需联网。数据完全在用户本地，保护隐私。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存储内容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答题记录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每道题的对错、用时、连击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卡牌收集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已获得的卡牌、稀有度统计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能力数据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12维度分数、经验值、等级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设置偏好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音效开关、语言选择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学习报告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每日/每周学习时长统计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知识点覆盖 · 12类灾害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地震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震前预兆/避震姿势/疏散路线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火灾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灭火器使用/逃生姿势/报警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台风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预警信号/加固门窗/避险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洪水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预警信号/高处转移/溺水急救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泥石流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预警信号/逃生方向/避险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海啸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预警信号/高处转移/漂浮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知识点覆盖（续）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滑坡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预警信号/逃生方向/避险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雷电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室内避险/室外避险/急救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高温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中暑症状/急救措施/预防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寒潮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保暖措施/出行安全/冻伤急救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雾霾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防护措施/健康影响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校园安全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拥挤踩踏/实验室安全/食品安全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🩺 急救知识 · 8个场景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心肺复苏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判断意识/呼救/胸外按压/人工呼吸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8229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🩹 止血包扎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直接压迫/加压包扎/止血带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🦴 骨折固定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判断骨折/夹板固定/搬运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烧烫伤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冲水/脱衣/覆盖/送医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🤿 溺水急救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救上岸/清口腔/心肺复苏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8229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触电急救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断电/绝缘/心肺复苏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故事模式 · 4章剧情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沉浸式防灾剧情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4个完整章节，每章5-6个场景。玩家在剧情中做出决策，体验灾害来临时的紧迫感和正确应对方式。章节解锁系统激励持续学习。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地震来了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房屋摇晃，如何避险？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洪水突袭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暴雨倾盆，如何转移？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台风登陆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狂风呼啸，如何防护？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200400"/>
            <a:ext cx="192024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火灾逃生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浓烟弥漫，如何逃生？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大擂台 · 核心对战模式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连续答对题目，挑战更高难度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Boss血量可视化，答对即攻击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连击系统，越高连击伤害越大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终极技能蓄满可一键秒杀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粒子特效 + 屏幕震动，打击感拉满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4个Boss，难度递增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Boss列表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台风怪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初级Boss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火焰魔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中级Boss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洪水兽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高级Boss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地震王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最终Boss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🃏 记忆翻牌 · V2重做版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3关递进难度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使用ALL_CARDS数据，3关递进难度（6→8→10对）。连击系统+浮动得分+玻璃态卡片动画。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游戏特色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3D翻牌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3D翻转动画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连击系统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连续匹配获得额外分数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浮动得分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匹配成功飘字动画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玻璃态卡片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半透明磨砂效果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关卡递进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6对→8对→10对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📕 错题本 · 精准复习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哪里不会练哪里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自动收集答错的题目，支持复习模式。复习时重新答题，答对标记为已掌握，答错继续保留。完成复习后显示掌握率统计。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功能特点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自动收集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答错自动加入错题本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复习模式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重新答题，巩固记忆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掌握率统计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可视化复习进度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分类筛选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按灾害类型筛选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一键清空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全部掌握后可清空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学习报告 · 数据可视化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量化学习成长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自动生成学习报告，包括每日学习时长、答题数量、正确率趋势、12维雷达图、能力等级等。支持一键导出PDF。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报告内容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每日统计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学习时长/答题数/正确率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每周趋势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折线图展示进步曲线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12维雷达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各维度能力可视化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能力等级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当前等级+经验值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导出PDF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一键生成精美报告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项目文件结构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438912"/>
          </a:xfrm>
          <a:prstGeom prst="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(100KB)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主页面 + 42个子页面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438912"/>
          </a:xfrm>
          <a:prstGeom prst="rect">
            <a:avLst>
              <a:gd name="adj" fmla="val 8333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92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game.js (348KB)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7922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引擎模块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8229600" cy="438912"/>
          </a:xfrm>
          <a:prstGeom prst="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22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cards.js (281KB)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322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张卡牌数据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8229600" cy="438912"/>
          </a:xfrm>
          <a:prstGeom prst="rect">
            <a:avLst>
              <a:gd name="adj" fmla="val 8333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52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all-styles.css (192KB)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合并后所有样式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8229600" cy="438912"/>
          </a:xfrm>
          <a:prstGeom prst="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story-v2.js (16KB)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故事模式V2引擎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438912"/>
          </a:xfrm>
          <a:prstGeom prst="rect">
            <a:avLst>
              <a:gd name="adj" fmla="val 8333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13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bgm-v2.js (7.7KB)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913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场景BGM增强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8229600" cy="438912"/>
          </a:xfrm>
          <a:prstGeom prst="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439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共45+文件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443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总大小约1MB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部署方案 · GitHub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6459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零成本托管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使用GitHub Pages免费托管，评委点开链接就能玩。同时提供ZIP下载，解压后浏览器打开即用。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46304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访问方式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在线体验：https://yaohanbo1-hue.github.io/yingji-xiaodaren/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项目仓库：https://github.com/yaohanbo1-hue/yingji-xiaodaren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ZIP版：解压后双击 index.html 即可运行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内容丰富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369张知识卡，290+知识点，12类灾害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深度游戏化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18种游戏模式，真正在玩中学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AI驱动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12维雷达图精准诊断，千人千面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40233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 沉浸体验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Canvas灾害模拟+真实案例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0233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完整体系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学习→练习→测评→认证闭环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474720"/>
            <a:ext cx="402336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零门槛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单ZIP解压即用，无需安装联网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3B82F6">
              <a:alpha val="6000"/>
            </a:srgbClr>
          </a:solidFill>
          <a:ln w="254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FB923C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感谢观看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让防灾知识触手可及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应急小达人 · 全国青少年安全与应急科普创新大赛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在线体验：https://yaohanbo1-hue.github.io/yingji-xiaodaren/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项目仓库：https://github.com/yaohanbo1-hue/yingji-xiaodaren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应急小达人 - 国赛参赛作品</dc:title>
  <dc:subject>PptxGenJS Presentation</dc:subject>
  <dc:creator>应急小达人开发团队</dc:creator>
  <cp:lastModifiedBy>应急小达人开发团队</cp:lastModifiedBy>
  <cp:revision>1</cp:revision>
  <dcterms:created xsi:type="dcterms:W3CDTF">2026-06-13T02:15:15Z</dcterms:created>
  <dcterms:modified xsi:type="dcterms:W3CDTF">2026-06-13T02:15:15Z</dcterms:modified>
</cp:coreProperties>
</file>